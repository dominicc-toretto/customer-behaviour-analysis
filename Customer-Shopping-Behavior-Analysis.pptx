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Libre Baskerville"/>
      <p:regular r:id="rId201318"/>
    </p:embeddedFont>
    <p:embeddedFont>
      <p:font typeface="Libre Baskervil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• 18 columns • Transactional + demographic data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361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905621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609578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8754" y="2905621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8754" y="3314303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Item, Category, Amount, Subscription, Shipping, Rating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0677" y="2905621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80677" y="3314303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nulls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45382"/>
            <a:ext cx="5236238" cy="29672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0332" y="663773"/>
            <a:ext cx="5236238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EDA &amp; Cleaning (Python)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300332" y="1226741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300332" y="1483717"/>
            <a:ext cx="5236238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6300332" y="1602978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Inspect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00332" y="1996281"/>
            <a:ext cx="52362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df.info(), df.describe()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0332" y="2499122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332" y="2756098"/>
            <a:ext cx="5236238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6300332" y="287535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Impute Ratings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300332" y="3268663"/>
            <a:ext cx="52362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per product category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0332" y="3771503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0332" y="4028480"/>
            <a:ext cx="5236238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6300332" y="4147741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300332" y="4541044"/>
            <a:ext cx="52362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 to snake_case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0332" y="504388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0332" y="5300861"/>
            <a:ext cx="5236238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6300332" y="5420122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300332" y="5813425"/>
            <a:ext cx="52362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age_group, purchase_frequency_days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770459"/>
            <a:ext cx="3504219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8032251" y="2904430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 for SQL analysis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721894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F7ED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00863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939183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Dropped redundant promo_code_used; kept discount_applied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66967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86504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27372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$75,191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832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$157,890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532434"/>
            <a:ext cx="520379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66640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items with highest % of discounted purchases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32776" y="3181449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46819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7024" y="3398738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discount policy to balance margin vs. sales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8041"/>
            <a:ext cx="6920831" cy="3921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9411" y="692448"/>
            <a:ext cx="3537060" cy="8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Categories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11" y="1702693"/>
            <a:ext cx="778153" cy="778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64884" y="1702693"/>
            <a:ext cx="257158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Accessories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964884" y="2115641"/>
            <a:ext cx="257158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 Jewelry (171), Sunglasses (161), Belt (161)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411" y="2924671"/>
            <a:ext cx="778153" cy="7781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64884" y="2924671"/>
            <a:ext cx="257158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964884" y="3337620"/>
            <a:ext cx="257158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 Blouse (171), Pants (171), Shirt (169)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411" y="4146649"/>
            <a:ext cx="778153" cy="7781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4884" y="4146649"/>
            <a:ext cx="257158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Footwear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964884" y="4559598"/>
            <a:ext cx="257158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 Sandals (160), Shoes (150), Sneakers (145)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411" y="5368627"/>
            <a:ext cx="778153" cy="7781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64884" y="5368627"/>
            <a:ext cx="257158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Outerwear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8964884" y="5781576"/>
            <a:ext cx="257158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 Jacket (163), Coat (161)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48891"/>
            <a:ext cx="5770220" cy="39602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9202" y="1425277"/>
            <a:ext cx="4637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899202" y="2086769"/>
            <a:ext cx="5246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marketing on top revenue groups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99202" y="2578199"/>
            <a:ext cx="4637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 Non-Subscribers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899202" y="3062486"/>
            <a:ext cx="463726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Yes: 1,053 customers • avg $59.49 • total $62,645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No: 2,847 customers • avg $59.87 • total $170,436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26988"/>
            <a:ext cx="5203794" cy="5203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921669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Subscriptions &amp; Payments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583160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27% • Non-subscribers: 73%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mix nearly even across PayPal, Credit, Debit, Bank, Venmo, Cash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32776" y="3873103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15984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7024" y="4090392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subscription benefits to boost conversion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49165"/>
            <a:ext cx="4083742" cy="2759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1094" y="727869"/>
            <a:ext cx="6345376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1094" y="1484114"/>
            <a:ext cx="3086817" cy="1145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8169" y="1689596"/>
            <a:ext cx="25742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498169" y="2142728"/>
            <a:ext cx="25742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9555" y="1484114"/>
            <a:ext cx="3086916" cy="11455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56629" y="1689596"/>
            <a:ext cx="25743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8756629" y="2142728"/>
            <a:ext cx="25743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1094" y="2801342"/>
            <a:ext cx="3086817" cy="14270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8169" y="3006824"/>
            <a:ext cx="25742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Policy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5498169" y="3459956"/>
            <a:ext cx="25742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with margins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9555" y="2801342"/>
            <a:ext cx="3086916" cy="14270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56629" y="3006824"/>
            <a:ext cx="25743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8756629" y="3459956"/>
            <a:ext cx="257436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top-rated, best-selling items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91094" y="4400054"/>
            <a:ext cx="3086817" cy="170854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98169" y="4605536"/>
            <a:ext cx="257426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5498169" y="5058668"/>
            <a:ext cx="25742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2026-09-06T12:17:37Z</dcterms:created>
  <dcterms:modified xsi:type="dcterms:W3CDTF">2026-09-06T12:17:37Z</dcterms:modified>
</cp:coreProperties>
</file>